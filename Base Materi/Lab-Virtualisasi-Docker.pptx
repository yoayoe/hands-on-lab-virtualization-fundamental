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Virtualisasi &amp; Docker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4572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926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Operations Unit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  ·  Docker  ·  Proxmox VE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Tentang Lab Ini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560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25603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70432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75488" y="1700784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Modul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9202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terstruktur bertahap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051560"/>
            <a:ext cx="2560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051560"/>
            <a:ext cx="25603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170432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Jam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10128" y="1700784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Estimasi Waktu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10128" y="19202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termasuk praktik mandiri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1051560"/>
            <a:ext cx="2560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051560"/>
            <a:ext cx="25603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1170432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Pemula–Menengah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144768" y="1700784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44768" y="19202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perlu pengalaman sebelumnya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2788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hands-on untuk membangun environment lab virtualisasi. Disusun secara bertahap dari instalasi, operasional VM, containerisasi dengan Docker, hingga manajemen LXC Container di Proxmox VE 9.x.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611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Prasyarat: Laptop RAM ≥ 8 GB  ·  Akses Proxmox VE 9.x  ·  Koneksi Internet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Belajar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bagian, disusun dari fondasi hingga skenario nyata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77824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05840"/>
            <a:ext cx="2651760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051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32588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0352" y="1874520"/>
            <a:ext cx="256032" cy="25603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874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77824" y="18836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VirtualBox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" y="2514600"/>
            <a:ext cx="256032" cy="25603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514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77824" y="25237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VM .ova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" y="3154680"/>
            <a:ext cx="256032" cy="25603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154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77824" y="31638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Operasional VM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100584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1005840"/>
            <a:ext cx="2651760" cy="7315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1051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5848" y="132588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10712" y="1874520"/>
            <a:ext cx="256032" cy="25603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0712" y="1874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758184" y="18836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Docker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10712" y="2514600"/>
            <a:ext cx="256032" cy="25603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0712" y="2514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758184" y="25237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 &amp; Nginx App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100584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1005840"/>
            <a:ext cx="265176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6208" y="1051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36208" y="132588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LXC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291072" y="1874520"/>
            <a:ext cx="256032" cy="25603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91072" y="1874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638544" y="18836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LXC Container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91072" y="2514600"/>
            <a:ext cx="256032" cy="25603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91072" y="2514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638544" y="25237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Operasional Proxmox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91072" y="3154680"/>
            <a:ext cx="256032" cy="25603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91072" y="3154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638544" y="31638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 Skenario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108960" y="2560320"/>
            <a:ext cx="201168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0" y="246888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989320" y="2560320"/>
            <a:ext cx="201168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80760" y="246888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 — VirtualBox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01 – 04  ·  Estimasi: 1.5 – 2.5 jam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77824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05840"/>
            <a:ext cx="502920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0584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097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VirtualBox di Windows 10/11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3898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Aktifkan VT-x, disable Hyper-V, install + Extension Pack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0" y="12070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30–45 mnt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96596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965960"/>
            <a:ext cx="502920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96596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0574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VirtualBox di macOS Apple Silicon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3500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 ARM, UTM sebagai alternatif, konversi .ova x86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32320" y="21671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30–45 mnt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26080"/>
            <a:ext cx="502920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92608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017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VM dari File .ova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3101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appliance, konfigurasi jaringan NAT Network, snapshot awal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32320" y="31272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15–30 mnt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88620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886200"/>
            <a:ext cx="502920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88620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39776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Operasional VM — Host-Only NIC, SSH, Snapshot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42702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Host-Only Adapter + Netplan untuk SSH, tambah/kurangi resource, buat &amp; restore snapshot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132320" y="40873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30–45 mnt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 — Docker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05 – 06  ·  Estimasi: 1 – 1.5 jam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77824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8412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05840"/>
            <a:ext cx="502920" cy="1691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0584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13385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Docker Engine di Linux VM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42646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via skrip resmi, konfigurasi grup docker, perintah dasar image &amp; container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05840" y="1755648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pull / run / ps / stop / rm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&amp; port mapping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plugin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132320" y="12070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 mnt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8412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926080"/>
            <a:ext cx="502920" cy="1691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2608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05409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Playground &amp; Aplikasi Web Nginx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34670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Nginx, custom HTML via volume, build Dockerfile, multi-container dengan Compose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05840" y="3675888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image dengan Dockerfile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volume untuk konten web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/ down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132320" y="31272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45–60 mnt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3 — Proxmox LXC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07 – 09  ·  Estimasi: 2.5 – 3.5 jam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77824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05840"/>
            <a:ext cx="502920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0584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1430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LXC Container di Proxmox VE 9.x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4630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template, buat LXC via Web UI dan CLI (pct create), operasi start/stop/enter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132320" y="12070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30–45 mnt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267712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267712"/>
            <a:ext cx="502920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67712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4048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Operasional Proxmox — vCPU, RAM, Snapshot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72491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Ubah resource LXC &amp; KVM secara dinamis, resize disk, snapshot &amp; rollback via UI dan CLI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132320" y="24688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45–60 mnt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529584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529584"/>
            <a:ext cx="502920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29584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6667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Playground Proxmox LXC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98678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Nginx, monitoring resource, failover manual, clone container, batch snapshot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132320" y="37307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60–90 mnt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Prasyarat Teknis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356616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Komponen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Spesifikasi Minimum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 Peserta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8 GB, Storage kosong 30 GB, CPU dengan VT-x / AMD-V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Laptop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10/11 (64-bit)  atau  macOS Ventura ke atas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VirtualBox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 7.1 ke atas + Extension Pack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 Guest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22.04 LTS — file .ova disediakan instruktur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Proxmox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Proxmox VE 9.x — akses Web UI  https://IP:8006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Jaringan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Akses internet untuk download image Docker &amp; template LXC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Belajar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6060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0972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30352" y="16276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Snapshot Sebelum Setiap Modul Baru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0352" y="2304288"/>
            <a:ext cx="21945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395728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adalah titik pemulihan. Buat snapshot sebelum memulai modul baru sehingga Anda bisa kembali ke kondisi awal kapan saja tanpa mengulang instalasi dari awal.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6060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0972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64992" y="16276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SSH — Bukan Jendela VM Langsung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64992" y="2304288"/>
            <a:ext cx="21945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4992" y="2395728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Bekerja via SSH dari terminal host jauh lebih nyaman: mendukung copy-paste perintah, font yang lebih baik, dan bisa membuka beberapa sesi sekaligus.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1005840"/>
            <a:ext cx="26060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9632" y="10972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99632" y="16276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 Pesan Error Sebelum Bertanya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99632" y="2304288"/>
            <a:ext cx="21945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9632" y="2395728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langkah gagal, baca output error dengan seksama. Setiap modul memiliki bagian Troubleshooting yang berisi solusi untuk masalah umum yang sering muncul.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463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 Memulai!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176272"/>
            <a:ext cx="4572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3317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dari Modul 01 dan ikuti alur belajar secara berurutan.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dokumen panduan tersedia di folder lab.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Install VirtualBox   </a:t>
            </a:r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02</a:t>
            </a:r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macOS Silicon   </a:t>
            </a:r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03</a:t>
            </a:r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Import .ova   </a:t>
            </a:r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04</a:t>
            </a:r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Operasional VirtualBox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3493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Install Docker   </a:t>
            </a:r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06</a:t>
            </a:r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Docker Playground   </a:t>
            </a:r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07</a:t>
            </a:r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Setup LXC   </a:t>
            </a:r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08</a:t>
            </a:r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Operasional Proxmox   </a:t>
            </a:r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09</a:t>
            </a:r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Playground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Operations Unit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Hands-On Lab: Virtualisasi &amp; Docker</dc:title>
  <dc:subject>PptxGenJS Presentation</dc:subject>
  <dc:creator>IT Operations Unit</dc:creator>
  <cp:lastModifiedBy>IT Operations Unit</cp:lastModifiedBy>
  <cp:revision>1</cp:revision>
  <dcterms:created xsi:type="dcterms:W3CDTF">2026-05-20T10:58:26Z</dcterms:created>
  <dcterms:modified xsi:type="dcterms:W3CDTF">2026-05-20T10:58:26Z</dcterms:modified>
</cp:coreProperties>
</file>