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Container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Bare-Metal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model deployment yang sering jadi pilihan operasional.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703320"/>
            <a:ext cx="2423160" cy="502920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3703320"/>
            <a:ext cx="2423160" cy="502920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(VM)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703320"/>
            <a:ext cx="2423160" cy="502920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Operasional Unit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Arsitektur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
</a:t>
            </a:r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
</a:t>
            </a:r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9572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(Host OS)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2423160" cy="493776"/>
          </a:xfrm>
          <a:prstGeom prst="rect">
            <a:avLst/>
          </a:prstGeom>
          <a:solidFill>
            <a:srgbClr val="374151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62656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Fisik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1261872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261872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|  Guest OS
</a:t>
            </a:r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1828800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82880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|  Guest OS
</a:t>
            </a:r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395728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39572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962656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62656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(opsional)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3529584"/>
            <a:ext cx="2423160" cy="493776"/>
          </a:xfrm>
          <a:prstGeom prst="rect">
            <a:avLst/>
          </a:prstGeom>
          <a:solidFill>
            <a:srgbClr val="374151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529584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Fisik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822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261872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261872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
</a:t>
            </a:r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Libs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1828800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82880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
</a:t>
            </a:r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Libs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395728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39572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
</a:t>
            </a:r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 / containerd)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2962656"/>
            <a:ext cx="2423160" cy="493776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962656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+ Kernel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3529584"/>
            <a:ext cx="2423160" cy="493776"/>
          </a:xfrm>
          <a:prstGeom prst="rect">
            <a:avLst/>
          </a:prstGeom>
          <a:solidFill>
            <a:srgbClr val="374151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529584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Fisik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73659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memiliki kernel sendiri per VM. Container berbagi kernel host — lebih ringan, namun isolasi lebih terbatas.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" y="164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41248"/>
            <a:ext cx="841248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77824"/>
            <a:ext cx="8092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berjalan langsung di atas OS yang terinstal di hardware fisik. Tidak ada lapisan virtualisasi.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44568" y="1508760"/>
            <a:ext cx="54864" cy="33832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Performa maksimal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05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Akses hardware penuh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597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Latensi terendah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083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3009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Utilisasi rendah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93592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301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Sulit di-scale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22776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93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Provisioning lambat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885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Satu OS per server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81144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508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00600" y="1847088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8470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high-performance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359152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3591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Computing (HPC)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871216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8712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AI/ML yang butuh GPU penuh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520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3840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1792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virtualisasi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4169664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1792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00600" y="4553712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6085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17920" y="4608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workload per server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00600" y="4937760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" y="164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(VM)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41248"/>
            <a:ext cx="841248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77824"/>
            <a:ext cx="8092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membuat hardware virtual lengkap. Setiap VM punya OS guest sendiri (kernel sendiri) dan berjalan terisolasi penuh.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44568" y="1508760"/>
            <a:ext cx="54864" cy="33832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Isolasi kuat (kernel sendiri)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05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Multi-OS di satu host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597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Matang &amp; teruji untuk produksi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Fitur HA/DR lengkap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81528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6301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Footprint besar — tiap VM butuh beberapa GB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22776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93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Boot time menit-an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885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Overhead OS guest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81144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508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00600" y="1847088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8470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enterprise &amp; sistem legacy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359152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3591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dengan OS berbeda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871216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8712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environment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520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3840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1792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+ Guest OS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4169664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1792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 (kernel terpisah)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00600" y="4553712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6085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17920" y="4608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VM per host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00600" y="4937760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solidFill>
            <a:srgbClr val="F9FAFB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" y="164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41248"/>
            <a:ext cx="841248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77824"/>
            <a:ext cx="8092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kernel OS host. Mengisolasi proses dan filesystem lewat namespace + cgroups. Tidak ada OS guest — jauh lebih ringan dari VM.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44568" y="1508760"/>
            <a:ext cx="54864" cy="33832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Sangat ringan — ukuran MB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05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Startup dalam hitungan detik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597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Density tinggi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Portable lewat image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81528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181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Cocok CI/CD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667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9593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Isolasi lebih lemah dari VM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885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Semua container berbagi kernel host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81144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177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Kurang cocok untuk aplikasi legacy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910328"/>
            <a:ext cx="3931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508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00600" y="1847088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8470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&amp; cloud-native apps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359152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3591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871216"/>
            <a:ext cx="3977640" cy="42062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8712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cepat &amp; horizontal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3520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3840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1792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+ Host OS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00600" y="4169664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1792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 (namespace)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00600" y="4553712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6085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17920" y="4608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Ratusan container per host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00600" y="4937760"/>
            <a:ext cx="3977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Langsung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822960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8229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822960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8229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822960"/>
            <a:ext cx="242316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82296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261872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2618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1261872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1261872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virtualisasi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1261872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1261872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+ Guest 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261872"/>
            <a:ext cx="2423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261872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1709928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17099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57400" y="1709928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0552" y="1709928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06240" y="1709928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1709928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 (kernel sendiri)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1709928"/>
            <a:ext cx="242316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1709928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 (namespace)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2157984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1579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57400" y="2157984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0552" y="2157984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/ Maksimal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06240" y="2157984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9392" y="2157984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 di bawah native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55080" y="2157984"/>
            <a:ext cx="2423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2157984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Mendekati native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2606040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26060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057400" y="2606040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0552" y="260604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206240" y="2606040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9392" y="260604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per VM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55080" y="2606040"/>
            <a:ext cx="242316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2606040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per container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65760" y="3054096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0540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057400" y="3054096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30552" y="3054096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206240" y="3054096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79392" y="3054096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355080" y="3054096"/>
            <a:ext cx="2423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3054096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Detik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65760" y="3502152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35021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057400" y="3502152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30552" y="3502152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server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06240" y="3502152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9392" y="3502152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per host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355080" y="3502152"/>
            <a:ext cx="242316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28232" y="3502152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Ratusan per host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65760" y="3950208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" y="395020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057400" y="3950208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30552" y="3950208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4206240" y="3950208"/>
            <a:ext cx="2148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79392" y="3950208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Menengah (OVF/OVA)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355080" y="3950208"/>
            <a:ext cx="2423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28232" y="3950208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 (image)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365760" y="4398264"/>
            <a:ext cx="1691640" cy="402336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8912" y="439826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057400" y="4398264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30552" y="4398264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Lambat (manual)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4206240" y="4398264"/>
            <a:ext cx="21488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79392" y="4398264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(template/clone)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6355080" y="4398264"/>
            <a:ext cx="242316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28232" y="4398264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cepat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Harus Dipilih?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bukan "salah satu" — di data center modern, ketiganya berdampingan.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02920" cy="93268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1298448"/>
            <a:ext cx="7909560" cy="93268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716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Workload performa-kritis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1719072"/>
            <a:ext cx="672084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773936"/>
            <a:ext cx="6720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OLTP berskala besar, AI training, HPC yang membutuhkan akses GPU penuh dan latensi minimum.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502920" cy="93268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9152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2359152"/>
            <a:ext cx="7909560" cy="93268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432304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Fondasi layanan operasional unit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2779776"/>
            <a:ext cx="672084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34640"/>
            <a:ext cx="6720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internal, ERP, sistem legacy, multi-tenant — sebagian besar layanan unit berjalan di lapisan ini.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502920" cy="93268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68680" y="3419856"/>
            <a:ext cx="7909560" cy="93268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493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493008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Aplikasi baru &amp; modernisasi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" y="3840480"/>
            <a:ext cx="672084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895344"/>
            <a:ext cx="6720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cloud-native apps, atau modernisasi aplikasi lama ke arsitektur yang lebih agile.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535424"/>
            <a:ext cx="8412480" cy="420624"/>
          </a:xfrm>
          <a:prstGeom prst="rect">
            <a:avLst/>
          </a:prstGeom>
          <a:solidFill>
            <a:srgbClr val="EB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35424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umum: Container dijalankan di atas VM (mis. Kubernetes cluster di atas VMware/Proxmox) — mendapat isolasi VM + agility container.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 vs Container vs Bare-Metal</dc:title>
  <dc:subject>PptxGenJS Presentation</dc:subject>
  <dc:creator>PptxGenJS</dc:creator>
  <cp:lastModifiedBy>PptxGenJS</cp:lastModifiedBy>
  <cp:revision>1</cp:revision>
  <dcterms:created xsi:type="dcterms:W3CDTF">2026-05-19T04:06:50Z</dcterms:created>
  <dcterms:modified xsi:type="dcterms:W3CDTF">2026-05-19T04:06:50Z</dcterms:modified>
</cp:coreProperties>
</file>