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3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Virtualisasi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Consolidation · High Availability · Cloud Foundation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Server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banyak workload ke lebih sedikit server fisik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jumlah hardware, hemat ruang rak, listrik, dan pendinginan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konsolidasi 10:1 atau lebih sangat umum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Optimalisasi Utilisasi Resource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fisik tradisional sering idle di 10–20% utilisasi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virtualisasi, CPU, RAM, dan storage bisa dipakai 60–80% secara aman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dibagi secara efisien ke banyak VM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Biaya (CAPEX &amp; OPEX)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Mengurangi belanja hardware baru dan biaya lisensi OS per fisik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biaya listrik dan kebutuhan ruang Data Center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server lebih terarah ke kapasitas, bukan jumlah unit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Business Continuity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live migration, HA cluster, dan fault tolerance tersedia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tetap jalan walau host fisik gagal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pemenuhan SLA layanan unit secara optimal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yang Lebih Mudah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berbentuk file — mudah di-backup, di-replikasi, dan di-restore ke site DR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ke site DR dapat dilakukan secara otomatis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RPO/RTO jauh lebih singkat dibanding server fisik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Cepat &amp; Standardisasi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VM baru dari template hanya butuh menit, bukan hari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kebutuhan operasional aplikasi unit yang dinamis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Standarisasi konfigurasi meminimalkan kesalahan manual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&amp; Keamanan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VM berjalan terisolasi dari VM lainnya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satu VM crash atau terkena malware, VM lain tidak terdampak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network antar VM dapat diterapkan dengan mudah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Multi-OS &amp; Legacy System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host dapat menjalankan Linux, Windows, dan OS lama bersamaan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legacy tetap bisa dipertahankan tanpa hardware khusus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kebutuhan sistem yang beragam di satu infrastruktur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Fleksibilitas Skalabilitas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VM (vCPU, RAM, disk) bisa ditambah/dikurangi sesuai kebutuhan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perlu penggantian hardware fisik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scale-up dan scale-out sesuai pertumbuhan layanan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Cloud &amp; Modernisasi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dari private cloud, hybrid cloud, dan containerization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virtualisasi, transformasi ke cloud-native sulit dijalankan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Mempersiapkan infrastruktur unit untuk masa depan digital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568" y="228600"/>
            <a:ext cx="54864" cy="4663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Development yang Aman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dev/QA punya environment sendiri tanpa mengganggu produksi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memudahkan rollback saat uji coba konfigurasi atau aplikasi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siklus pengujian dan deployment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256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Terpusat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1440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VM dan host dikelola dari satu dashboard (vCenter, Proxmox, OpenStack)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provisioning, dan troubleshooting lebih mudah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utilisasi dan kapasitas tersedia secara real-time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Infrastruktur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Konsolidasi Server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Optimalisasi Utilisasi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Biaya CAPEX/OPEX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743200" cy="3931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743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Keandalan &amp; Keamanan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BC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VM &amp; Keamanan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743200" cy="39319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914400"/>
            <a:ext cx="2743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Fleksibilitas &amp; Inovasi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Cepat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Multi-OS &amp; Legacy Support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Foundation &amp;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Macintosh PowerPoint</Application>
  <PresentationFormat>On-screen Show (16:9)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Tujuan Virtualisasi</dc:title>
  <dc:subject>PptxGenJS Presentation</dc:subject>
  <dc:creator>PptxGenJS</dc:creator>
  <cp:lastModifiedBy>YOYOK WIDIATMOKO</cp:lastModifiedBy>
  <cp:revision>1</cp:revision>
  <dcterms:created xsi:type="dcterms:W3CDTF">2026-05-19T02:36:13Z</dcterms:created>
  <dcterms:modified xsi:type="dcterms:W3CDTF">2026-05-19T02:38:32Z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2026-05-19T02:38:32Z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0e48f9d7-2701-4b80-bb71-211bde24768a</vt:lpwstr>
  </property>
  <property fmtid="{D5CDD505-2E9C-101B-9397-08002B2CF9AE}" pid="7" name="MSIP_Label_defa4170-0d19-0005-0004-bc88714345d2_ActionId">
    <vt:lpwstr>b7e8e23d-14d7-48d5-ab74-d4e1ad764905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