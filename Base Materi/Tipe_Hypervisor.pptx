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Hypervisor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194560" y="2377440"/>
            <a:ext cx="2011680" cy="5943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9456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 Bare-Metal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237744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2377440"/>
            <a:ext cx="2011680" cy="594360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2377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 Hosted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adalah perangkat lunak yang menciptakan dan menjalankan VM,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alokasi resource fisik ke setiap VM.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Operasional Unit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Hypervisor?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(Virtual Machine Monitor / VMM) adalah perangkat lunak yang menciptakan, menjalankan, dan mengelola Virtual Machine (VM) — mengatur alokasi CPU, RAM, storage, dan network fisik ke setiap VM secara terisolasi.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9776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874520"/>
            <a:ext cx="397764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 |  Bare-Metal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377440"/>
            <a:ext cx="352044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7744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
</a:t>
            </a:r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+ 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944368"/>
            <a:ext cx="352044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4436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
</a:t>
            </a:r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+ 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352044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51129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(Type-1)
</a:t>
            </a:r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di atas hardware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078224"/>
            <a:ext cx="352044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7822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Fisik
</a:t>
            </a:r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· RAM · Storage · NIC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1874520"/>
            <a:ext cx="397764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874520"/>
            <a:ext cx="397764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8745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 |  Hosted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2286000"/>
            <a:ext cx="3520440" cy="438912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28600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
</a:t>
            </a:r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+ App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0" y="2802636"/>
            <a:ext cx="3520440" cy="438912"/>
          </a:xfrm>
          <a:prstGeom prst="rect">
            <a:avLst/>
          </a:prstGeom>
          <a:solidFill>
            <a:srgbClr val="FEF9C3"/>
          </a:solidFill>
          <a:ln w="12700">
            <a:solidFill>
              <a:srgbClr val="FDE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802636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
</a:t>
            </a:r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OS + App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0" y="3319272"/>
            <a:ext cx="3520440" cy="438912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31927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(Type-2)
</a:t>
            </a:r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di atas OS host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0" y="3835908"/>
            <a:ext cx="35204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835908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Host
</a:t>
            </a:r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/ macOS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0" y="4352544"/>
            <a:ext cx="35204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3525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Fisik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005840" cy="4572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Hypervisor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955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langsung di atas hardware fisik tanpa OS host di bawahnya. Hypervisor itu sendiri yang menjadi "OS" minimalis untuk mengelola VM.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931920" cy="502920"/>
          </a:xfrm>
          <a:prstGeom prst="rect">
            <a:avLst/>
          </a:prstGeom>
          <a:solidFill>
            <a:srgbClr val="DCFCE7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Performa tinggi (overhead minimal)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3931920" cy="502920"/>
          </a:xfrm>
          <a:prstGeom prst="rect">
            <a:avLst/>
          </a:prstGeom>
          <a:solidFill>
            <a:srgbClr val="DCFCE7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Keamanan lebih baik (attack surface kecil)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3931920" cy="502920"/>
          </a:xfrm>
          <a:prstGeom prst="rect">
            <a:avLst/>
          </a:prstGeom>
          <a:solidFill>
            <a:srgbClr val="DCFCE7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Skalabilitas enterprise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3931920" cy="502920"/>
          </a:xfrm>
          <a:prstGeom prst="rect">
            <a:avLst/>
          </a:prstGeom>
          <a:solidFill>
            <a:srgbClr val="DCFCE7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40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Butuh hardware yang kompatibel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Platform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ESXi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Hyper-V (Server)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XenServer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192024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(Linux kernel)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12280" y="251460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12280" y="310896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Nutanix AHV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840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754880" y="4187952"/>
            <a:ext cx="402336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1879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produksi  ·  Ruang server unit  ·  Private cloud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005840" cy="45720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6304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Hypervisor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13232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955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atas OS host (Windows, Linux, macOS) sebagai aplikasi biasa. Hardware diakses melalui OS host, bukan langsung.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931920" cy="502920"/>
          </a:xfrm>
          <a:prstGeom prst="rect">
            <a:avLst/>
          </a:prstGeom>
          <a:solidFill>
            <a:srgbClr val="FFEDD5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Mudah diinstal &amp; digunakan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3931920" cy="502920"/>
          </a:xfrm>
          <a:prstGeom prst="rect">
            <a:avLst/>
          </a:prstGeom>
          <a:solidFill>
            <a:srgbClr val="FFEDD5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Performa lebih rendah (overhead OS host)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3931920" cy="502920"/>
          </a:xfrm>
          <a:prstGeom prst="rect">
            <a:avLst/>
          </a:prstGeom>
          <a:solidFill>
            <a:srgbClr val="FFEDD5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00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Cocok untuk testing, development, lab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3931920" cy="502920"/>
          </a:xfrm>
          <a:prstGeom prst="rect">
            <a:avLst/>
          </a:prstGeom>
          <a:solidFill>
            <a:srgbClr val="FFEDD5"/>
          </a:solidFill>
          <a:ln w="1016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40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Bergantung pada stabilitas OS host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754880" y="15087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Platform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192024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Workstation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51460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Fusion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VirtualBox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12280" y="192024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1920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Parallels Desktop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2514600"/>
            <a:ext cx="1920240" cy="457200"/>
          </a:xfrm>
          <a:prstGeom prst="rect">
            <a:avLst/>
          </a:prstGeom>
          <a:solidFill>
            <a:srgbClr val="F5F5F5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(standalone)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38404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54880" y="4187952"/>
            <a:ext cx="4023360" cy="59436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1879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developer  ·  Lab pembelajaran  ·  Testing aplikasi multi-OS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Type-1 vs Type-2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84124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219456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229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822960"/>
            <a:ext cx="2926080" cy="43891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82296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Type-1 (Bare-Metal)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0" y="822960"/>
            <a:ext cx="3291840" cy="438912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59552" y="82296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(Hosted)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98448"/>
            <a:ext cx="2194560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9844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0320" y="1298448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29844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di hardware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298448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29844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atas OS host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883664"/>
            <a:ext cx="2194560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88366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560320" y="1883664"/>
            <a:ext cx="292608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188366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 (overhead minimal)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1883664"/>
            <a:ext cx="329184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883664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rendah (ada overhead)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468880"/>
            <a:ext cx="2194560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46888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560320" y="2468880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46888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baik (attack surface kecil)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2468880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468880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Bergantung OS host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054096"/>
            <a:ext cx="2194560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5409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560320" y="3054096"/>
            <a:ext cx="292608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305409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Kompleks, butuh setup khusus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0" y="3054096"/>
            <a:ext cx="329184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054096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Mudah seperti install app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3639312"/>
            <a:ext cx="2194560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3931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Skalabilitas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560320" y="3639312"/>
            <a:ext cx="29260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36393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/ production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0" y="3639312"/>
            <a:ext cx="32918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639312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/ lab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4224528"/>
            <a:ext cx="2194560" cy="530352"/>
          </a:xfrm>
          <a:prstGeom prst="rect">
            <a:avLst/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22452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2560320" y="4224528"/>
            <a:ext cx="292608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51760" y="422452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center, private cloud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0" y="4224528"/>
            <a:ext cx="3291840" cy="53035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224528"/>
            <a:ext cx="3108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testing, pembelajaran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4818888"/>
            <a:ext cx="841248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Untuk ruang server unit: gunakan Type-1.  Untuk laptop dev / lab: gunakan Type-2.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Tipe Hypervisor: Type-1 vs Type-2</dc:title>
  <dc:subject>PptxGenJS Presentation</dc:subject>
  <dc:creator>PptxGenJS</dc:creator>
  <cp:lastModifiedBy>PptxGenJS</cp:lastModifiedBy>
  <cp:revision>1</cp:revision>
  <dcterms:created xsi:type="dcterms:W3CDTF">2026-05-19T03:34:01Z</dcterms:created>
  <dcterms:modified xsi:type="dcterms:W3CDTF">2026-05-19T03:34:01Z</dcterms:modified>
</cp:coreProperties>
</file>