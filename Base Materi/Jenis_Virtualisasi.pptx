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5544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Jenis-Jenis Virtualisasi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· Network · Storage · Desktop · Application · Container · GPU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0" y="3474720"/>
            <a:ext cx="2743200" cy="3657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Operasional Unit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44568" y="182880"/>
            <a:ext cx="54864" cy="475488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201168"/>
            <a:ext cx="45720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201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0116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Virtualization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74320" y="768096"/>
            <a:ext cx="411480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6868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Membagi satu server fisik menjadi banyak VM yang berjalan secara independen. Jenis yang paling umum digunakan di data center unit.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230428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260604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VMware ESXi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KVM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Hyper-V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Proxmox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846320" y="201168"/>
            <a:ext cx="45720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201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394960" y="20116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Virtualization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846320" y="768096"/>
            <a:ext cx="411480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86868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Memisahkan fungsi jaringan dari hardware fisik. Mencakup VLAN, VXLAN, SDN (Software-Defined Network), dan NFV.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230428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260604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VMware NSX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vSwitch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ACI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Kube-OVN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44568" y="182880"/>
            <a:ext cx="54864" cy="475488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201168"/>
            <a:ext cx="45720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201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0116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Virtualization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74320" y="768096"/>
            <a:ext cx="411480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6868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Menggabungkan storage dari berbagai perangkat fisik menjadi satu pool logis yang terkelola secara terpusat.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230428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260604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vSAN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GlusterFS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 ECS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Software-defined SAN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846320" y="201168"/>
            <a:ext cx="45720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201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394960" y="20116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Virtualization (VDI)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846320" y="768096"/>
            <a:ext cx="411480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86868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Menjalankan desktop user di server pusat, diakses lewat thin client. Sentralisasi manajemen desktop.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230428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260604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VMware Horizon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Citrix Virtual Apps &amp; Desktops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AVD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44568" y="182880"/>
            <a:ext cx="54864" cy="475488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201168"/>
            <a:ext cx="45720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201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0116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Virtualization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74320" y="768096"/>
            <a:ext cx="411480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6868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dijalankan secara terisolasi dari OS host, tanpa instalasi lokal penuh di perangkat pengguna.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230428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260604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Citrix XenApp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App-V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VMware ThinApp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846320" y="201168"/>
            <a:ext cx="45720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201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394960" y="20116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OS-Level Virtualization (Container)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846320" y="768096"/>
            <a:ext cx="411480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86868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Berbagi kernel host, tiap container terisolasi. Lebih ringan dari VM, cocok untuk microservices.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230428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260604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Podman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LXC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(orchestrator)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44568" y="182880"/>
            <a:ext cx="54864" cy="475488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201168"/>
            <a:ext cx="45720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201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0116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Virtualization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74320" y="768096"/>
            <a:ext cx="411480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6868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Virtualisasi langsung di level CPU/chipset. Menjadi fondasi semua hypervisor modern yang berjalan saat ini.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230428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260604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VT-x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AMD-V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Fondasi VMware, KVM, Hyper-V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846320" y="201168"/>
            <a:ext cx="45720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201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394960" y="20116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Virtualization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846320" y="768096"/>
            <a:ext cx="411480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86868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Menggabungkan RAM dari banyak server menjadi satu memory pool yang dapat diakses secara terpusat.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230428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260604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ScaleMP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RDMA-based memory pooling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44568" y="182880"/>
            <a:ext cx="54864" cy="475488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201168"/>
            <a:ext cx="45720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201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0116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Virtualization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74320" y="768096"/>
            <a:ext cx="411480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6868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Mengakses data dari berbagai sumber secara real-time tanpa replikasi fisik. Abstraksi layer data.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230428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260604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Denodo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Cloud Pak for Data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Hat JBoss Data Virtualization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846320" y="201168"/>
            <a:ext cx="45720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201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394960" y="20116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Virtualization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846320" y="768096"/>
            <a:ext cx="411480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86868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Membagi GPU fisik untuk beberapa VM. Penting untuk beban kerja AI/ML dan VDI grafis.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230428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260604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vGPU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 MxGPU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 — 10 Jenis Virtualisasi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822960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68680"/>
            <a:ext cx="1609344" cy="173736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68680"/>
            <a:ext cx="1609344" cy="25603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68680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161288"/>
            <a:ext cx="15179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874520"/>
            <a:ext cx="151790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&amp; Hypervisor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066544" y="868680"/>
            <a:ext cx="1609344" cy="173736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66544" y="868680"/>
            <a:ext cx="1609344" cy="25603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66544" y="868680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12264" y="1161288"/>
            <a:ext cx="15179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12264" y="1874520"/>
            <a:ext cx="151790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VLAN, SDN, NFV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767328" y="868680"/>
            <a:ext cx="1609344" cy="173736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67328" y="868680"/>
            <a:ext cx="1609344" cy="25603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67328" y="868680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13048" y="1161288"/>
            <a:ext cx="15179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813048" y="1874520"/>
            <a:ext cx="151790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logis &amp; SDS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68112" y="868680"/>
            <a:ext cx="1609344" cy="173736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68112" y="868680"/>
            <a:ext cx="1609344" cy="25603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68112" y="868680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13832" y="1161288"/>
            <a:ext cx="15179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13832" y="1874520"/>
            <a:ext cx="151790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VDI &amp; Thin Client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168896" y="868680"/>
            <a:ext cx="1609344" cy="173736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68896" y="868680"/>
            <a:ext cx="1609344" cy="25603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68896" y="868680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14616" y="1161288"/>
            <a:ext cx="15179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214616" y="1874520"/>
            <a:ext cx="151790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terisolasi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65760" y="2743200"/>
            <a:ext cx="1609344" cy="173736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2743200"/>
            <a:ext cx="1609344" cy="25603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2743200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11480" y="3035808"/>
            <a:ext cx="15179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11480" y="3749040"/>
            <a:ext cx="151790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OS-level / Docker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066544" y="2743200"/>
            <a:ext cx="1609344" cy="173736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66544" y="2743200"/>
            <a:ext cx="1609344" cy="25603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66544" y="2743200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112264" y="3035808"/>
            <a:ext cx="15179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2112264" y="3749040"/>
            <a:ext cx="151790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VT-x / AMD-V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767328" y="2743200"/>
            <a:ext cx="1609344" cy="173736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67328" y="2743200"/>
            <a:ext cx="1609344" cy="25603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767328" y="2743200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813048" y="3035808"/>
            <a:ext cx="15179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3813048" y="3749040"/>
            <a:ext cx="151790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Pooling RAM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468112" y="2743200"/>
            <a:ext cx="1609344" cy="173736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468112" y="2743200"/>
            <a:ext cx="1609344" cy="25603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68112" y="2743200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513832" y="3035808"/>
            <a:ext cx="15179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5513832" y="3749040"/>
            <a:ext cx="151790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Akses multi-sumber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7168896" y="2743200"/>
            <a:ext cx="1609344" cy="173736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168896" y="2743200"/>
            <a:ext cx="1609344" cy="25603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168896" y="2743200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7214616" y="3035808"/>
            <a:ext cx="15179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7214616" y="3749040"/>
            <a:ext cx="151790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&amp; VDI grafis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0" y="4828032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Operasional Unit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Jenis-Jenis Virtualisasi</dc:title>
  <dc:subject>PptxGenJS Presentation</dc:subject>
  <dc:creator>PptxGenJS</dc:creator>
  <cp:lastModifiedBy>PptxGenJS</cp:lastModifiedBy>
  <cp:revision>1</cp:revision>
  <dcterms:created xsi:type="dcterms:W3CDTF">2026-05-19T02:50:57Z</dcterms:created>
  <dcterms:modified xsi:type="dcterms:W3CDTF">2026-05-19T02:50:57Z</dcterms:modified>
</cp:coreProperties>
</file>