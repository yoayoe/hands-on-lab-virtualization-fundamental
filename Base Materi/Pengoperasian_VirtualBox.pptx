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Pengoperasian VirtualBox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— Dasar Virtualisasi | IT Operasional Unit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Virtualisasi &amp; VirtualBox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Virtualisasi?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adalah teknologi yang memungkinkan satu perangkat keras fisik menjalankan beberapa sistem operasi secara bersamaan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sistem operasi berjalan di dalam lingkungan terisolasi yang disebut Virtual Machine (VM)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daya fisik (CPU, RAM, disk, jaringan) dibagi dan dialokasikan ke masing-masing VM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Machine: komputer fisik yang menjalankan software virtualisasi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Machine: sistem operasi yang berjalan di dalam VM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vs Tanpa Virtualisasi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Virtualisasi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= 1 OS = 1 aplikasi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Utilisasi CPU/RAM rendah (10–30%)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hardware fisik lebih banyak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tinggi saat maintenance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lambat saat terjadi kerusakan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Virtualisasi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server = banyak OS &amp; aplikasi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Utilisasi hardware optimal (70–90%)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 biaya hardware &amp; listrik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migration: pindah VM tanpa downtime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&amp; restore: recovery hitungan menit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VirtualBox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VirtualBox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virtualisasi open source, gratis, tersedia di Windows/Linux/macOS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Utama: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Manager: antarmuka grafis (GUI) untuk kelola VM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VBoxManage: command-line interface (CLI) untuk otomasi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Additions: driver tambahan di dalam VM untuk performa optimal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Pack: fitur tambahan (USB 3.0, RDP, enkripsi disk)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Persyaratan Sistem Host: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minimum 8 GB (disarankan 16 GB), Storage 60 GB free, CPU dengan VT-x/AMD-V aktif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VT-x/AMD-V harus diaktifkan di BIOS/UEFI sebelum instalasi VirtualBox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VirtualBox di Windows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Instalasi VirtualBox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3385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installer dari virtualbox.org → pilih 'Windows hosts'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installer (.exe) sebagai Administrator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wizard instalasi — centang semua komponen (USB, Networking, Python)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'Install' — Windows akan meminta izin install driver jaringan virtual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selesai, restart komputer jika diminta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dan install Extension Pack (versi harus sama dengan VirtualBox)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4864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VirtualBox Manager — verifikasi versi di Help &gt; About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Instalasi &amp; Troubleshooting Umum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VT-x/AMD-V aktif: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Task Manager &gt; Performance &gt; CPU — cari 'Virtualization: Enabled'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Jika belum aktif: masuk BIOS/UEFI, aktifkan Intel VT-x atau AMD-V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Umum: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VERR_VMX_IN_VMX_ROOT_MODE: Hyper-V Windows masih aktif, nonaktifkan via 'Turn Windows Features on/off'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VT-x disabled: aktifkan di BIOS, restart, coba kembali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adapter error: install ulang VirtualBox, allow driver saat instalasi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versi: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&gt; About VirtualBox — pastikan versi Extension Pack = versi VirtualBox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Hyper-V dan VirtualBox tidak bisa aktif bersamaan di Windows secara default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Virtual Machine Pertama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VM Baru (Wizard GUI)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3385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'New' di toolbar VirtualBox Manager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nama VM, pilih folder penyimpanan, pilih Type: Linux, Version: Ubuntu 64-bit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ukuran RAM: minimal 1024 MB, disarankan 2048 MB untuk Ubuntu Server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virtual hard disk baru → pilih format VDI (VirtualBox Disk Image)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'Dynamically allocated' (hemat ruang) atau 'Fixed size' (performa lebih baik)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ukuran disk: minimal 20 GB untuk Ubuntu Server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4864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'Create' — VM siap dikonfigurasi sebelum instalasi OS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VM Sebelum Instalasi 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&gt; Processor: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jumlah CPU jika tersedia — tidak melebihi 50% CPU fisik host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'Enable PAE/NX' untuk kompatibilitas OS modern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&gt; Boot Order: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'Optical' berada di atas 'Hard Disk' untuk boot dari ISO pertama kali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icon CD di 'Controller: IDE' &gt; pilih file ISO Ubuntu Server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1: NAT (akses internet) — default sudah cukup untuk instalasi awal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Naikkan Video Memory ke 64 MB, aktifkan 3D Acceleration jika ada GUI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Settings hanya bisa diubah saat VM dalam kondisi Powered Off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 Ubuntu Server di VM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3385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VM → VirtualBox akan boot dari ISO yang sudah dipilih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bahasa instalasi → pilih 'Install Ubuntu Server'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wizard: layout keyboard, konfigurasi jaringan (DHCP otomatis), storage layout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bagian 'Profile Setup': isi nama server, username, dan password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'Install OpenSSH Server' — penting untuk akses remote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proses instalasi selesai (10–20 menit)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4864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muncul 'Installation Complete' → klik 'Reboot Now'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625449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254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621792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reboot, login dengan username &amp; password yang dibuat tadi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&amp; Pengoperasian VM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VM &amp; Cara Mengelolanya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Off: VM mati sepenuhnya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start: boot dari awal, semua RAM dibebaskan ke host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Running: VM sedang aktif berjalan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konsol atau SSH untuk berinteraksi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(Hibernated): VM disimpan ke disk, RAM dibebaskan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sangat cepat, cocok untuk pause sementara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Paused: VM dibekukan di memori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masih terpakai, cocok untuk jeda singkat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Aborted: VM dihentikan paksa (tidak disarankan)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korupsi data di disk VM — gunakan hanya dalam keadaan darurat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Dasar VM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VM: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Start (GUI) atau Headless Start (tanpa jendela, background)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VM (cara yang benar):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dalam VM: sudo shutdown -h now atau sudo poweroff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VirtualBox GUI: Machine &gt; ACPI Shutdown (mengirim sinyal shutdown ke OS)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JANGAN: klik tombol X atau Force Power Off kecuali VM hang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VM: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dalam VM: sudo reboot  |  Dari GUI: Machine &gt; Reset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Resume: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&gt; Pause — VM dibekukan, bisa dilanjutkan kapan saja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Selalu shutdown via OS — Power Off paksa bisa menyebabkan filesystem corruption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&amp; Backup VM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Snapshot?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adalah 'foto' kondisi VM pada satu titik waktu tertentu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state: isi disk, konfigurasi, dan kondisi memori (jika VM sedang running)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Berguna untuk: testing konfigurasi baru, sebelum update/upgrade OS, eksperimen tanpa risiko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dibuat dalam kondisi VM running atau powered off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Snapshot vs Backup: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cepat, disimpan di folder VM yang sama, bergantung pada disk VM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(Export OVA): salinan lengkap independen, bisa dipindah ke komputer lain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&amp; Restore Snapshot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3385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VM dalam kondisi Running atau Powered Off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menu Machine &gt; Take Snapshot (atau Ctrl+Shift+S)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nama deskriptif, contoh: 'Before-install-nginx' atau 'Clean-base-Ubuntu'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OK — snapshot dibuat dalam beberapa detik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melihat daftar snapshot: klik ikon hamburger di samping nama VM &gt; Snapshots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restore: klik snapshot yang dituju &gt; klik 'Restore Snapshot' &gt; konfirmasi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4864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akan kembali ke kondisi persis saat snapshot dibuat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Import VM (OVA)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VM ke file OVA: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Export Appliance &gt; pilih VM &gt; pilih format OVA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lokasi penyimpanan — file OVA berukuran 1–5 GB tergantung OS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 adalah format standar, bisa diimport di VirtualBox lain atau VMware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VM dari file OVA: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Import Appliance &gt; Browse ke file OVA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konfigurasi (RAM, CPU, disk) &gt; klik Import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di Lab: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menyiapkan 1 VM template, export ke OVA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import OVA masing-masing — semua mulai dari kondisi yang sama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Gunakan OVA untuk distribusi VM template ke peserta lab sebelum sesi dimulai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Jaringan Virtual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Jaringan VirtualBox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(Network Address Translation):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bisa akses internet, tapi tidak bisa diakses dari host/VM lain secara langsung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instalasi paket, update OS dari internet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Bridged Adapter: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mendapat IP dari router yang sama dengan host — seolah PC terpisah di jaringan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VM yang perlu diakses dari perangkat lain di jaringan lokal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Host-Only Adapter: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dan host bisa saling komunikasi, VM tidak bisa akses internet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lab internal, komunikasi antar VM, isolasi dari jaringan luar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Network: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VM dalam jaringan yang sama bisa berkomunikasi, host tidak termasuk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simulasi jaringan terisolasi penuh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 Lab: Kombinasi NAT + Host-Only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1 — NAT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untuk akses internet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paket, update 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otomatis: 10.0.2.x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tidak bisa langsung SSH ke VM via adapter ini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Port Forwarding jika perlu akses dari host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51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2 — Host-Only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untuk komunikasi lab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tetap: 192.168.56.x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bisa SSH langsung ke VM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 VM bisa saling ping &amp; connect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di VirtualBox: File &gt; Host Network Manager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Port Forwarding (SSH via NAT)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3385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972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Settings VM &gt; Network &gt; Adapter 1 (NAT) &gt; Advanced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65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'Port Forwarding'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'+' untuk tambah rule baru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29184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Isi: Name=SSH, Protocol=TCP, Host IP=127.0.0.1, Host Port=2222, Guest Port=22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5993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OK dan start VM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791456"/>
            <a:ext cx="457200" cy="457200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91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475488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host, SSH dengan: ssh username@127.0.0.1 -p 2222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5522976"/>
            <a:ext cx="457200" cy="457200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5486400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VM harus menggunakan Host Port yang berbeda (2222, 2223, 2224, dst.)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&amp; Monitoring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Resource VM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System &gt; Processor: jangan alokasikan lebih dari 50% core fisik ke satu VM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Cap: batasi penggunaan CPU VM (contoh: 50% agar host tetap responsif)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Alokasikan sesuai kebutuhan — jangan melebihi batas hijau di slider VirtualBox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 semua VM yang running tidak boleh melebihi RAM fisik host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disk: hemat ruang tapi sedikit lebih lambat saat pertama kali menulis data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disk: performa lebih konsisten, cocok untuk produksi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dari host: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Activity Monitor VirtualBox: View &gt; Show Log — cek CPU, disk I/O per VM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Disk VM (Menambah Kapasitas)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1 — Resize dari Host (VirtualBox GUI):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Virtual Media Manager &gt; pilih disk VM &gt; Resize (geser slider)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via CLI: VBoxManage modifyhd namaVM.vdi --resize 40960 (dalam MB)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2 — Extend Partition dari dalam VM: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ke VM, jalankan: sudo fdisk -l (cek disk yang tersedia)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cfdisk atau parted untuk resize partisi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filesystem: sudo resize2fs /dev/sda1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Penting: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hanya bisa dilakukan saat VM dalam kondisi Powered Off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Selalu buat snapshot sebelum melakukan resize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Backup/snapshot VM sebelum operasi resize — tidak bisa di-undo tanpa restore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Operasional &amp; Troubleshooting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1: Simulasi Server Down &amp; Recovery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Peserta memahami alur pemulihan server dari snapshot — mengukur MTTR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Latihan: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Buat snapshot VM dalam kondisi 'bersih' (server berjalan normal)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Instruktur simulasikan kerusakan: hapus file konfigurasi kritis atau corrupt OS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Peserta verifikasi kerusakan → catat waktu mulai (T0)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Peserta restore snapshot → verifikasi service kembali normal → catat waktu selesai (T1)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Hitung MTTR = T1 - T0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KPI: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≤ 30 menit untuk recovery via snapshot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2: Setup Server-Client di Lab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VM-1 (Server): Ubuntu Server — install nginx sebagai web server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VM-2 (Client): Ubuntu Desktop — akses web server via browser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Jaringan: kedua VM menggunakan Host-Only Adapter, satu subnet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di VM-1 (Server):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update &amp;&amp; sudo apt install nginx -y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IP: ip addr show — catat IP Host-Only (192.168.56.x)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di VM-2 (Client):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browser, akses http://192.168.56.x — verifikasi halaman nginx muncul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dari host ke VM-1: ssh user@192.168.56.x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Skenario ini mensimulasikan topologi aplikasi sederhana di lingkungan operasional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Umum VirtualBox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tidak bisa start — Error VT-x: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VT-x/AMD-V di BIOS. Cek: Task Manager &gt; CPU &gt; Virtualization: Enabled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sangat lambat: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jumlah VM yang running bersamaan. Cek RAM host tidak habis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Guest Additions di VM untuk peningkatan performa signifikan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bisa ping antar VM: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kedua VM menggunakan adapter yang sama (Host-Only atau Internal Network)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firewall di dalam VM: sudo ufw status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VM hitam / tidak tampil: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Naikkan Video Memory (Settings &gt; Display &gt; Video Memory minimal 32 MB)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VM penuh: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snapshot lama. Lakukan disk cleanup di dalam VM sebelum expand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Materi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memungkinkan efisiensi hardware dan isolasi lingkungan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adalah platform virtualisasi gratis yang powerful untuk lab dan pengembangan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utama: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VirtualBox → buat VM → konfigurasi jaringan → install OS → kelola resource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adalah fitur kritis untuk operasional — manfaatkan sebelum setiap perubahan besar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jaringan yang tepat: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untuk internet, Host-Only untuk lab internal, Bridged untuk integrasi jaringan fisik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selalu via OS — hindari Force Power Off untuk mencegah korupsi data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&amp; Lanjutan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Resmi: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docs.virtualbox.org — manual lengkap semua fitur VirtualBox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Lanjutan: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VBoxManage CLI — otomasi pembuatan dan pengelolaan VM via command line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Vagrant — tool untuk provisioning VM otomatis menggunakan Vagrantfile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Virtualization — menjalankan VM di dalam VM (untuk lab container/Kubernetes)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Folder — berbagi folder antara host Windows dan VM Linux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dengan Lingkungan Produksi: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snapshot → mirip dengan VM snapshot di VMware vSphere / Proxmox</a:t>
            </a:r>
            <a:endParaRPr lang="en-US" sz="15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networking → dasar untuk memahami SDN di lingkungan cloud/enterprise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Silakan lanjutkan ke sesi Hands-On Lab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Pengoperasian VirtualBox</dc:title>
  <dc:subject>PptxGenJS Presentation</dc:subject>
  <dc:creator>IT Operasional</dc:creator>
  <cp:lastModifiedBy>IT Operasional</cp:lastModifiedBy>
  <cp:revision>1</cp:revision>
  <dcterms:created xsi:type="dcterms:W3CDTF">2026-05-18T12:57:39Z</dcterms:created>
  <dcterms:modified xsi:type="dcterms:W3CDTF">2026-05-18T12:57:39Z</dcterms:modified>
</cp:coreProperties>
</file>